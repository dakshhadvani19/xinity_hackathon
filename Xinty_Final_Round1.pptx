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Gilda Display" panose="020B0604020202020204" charset="0"/>
      <p:regular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34966" y="0"/>
            <a:ext cx="7988631" cy="2941432"/>
          </a:xfrm>
          <a:custGeom>
            <a:avLst/>
            <a:gdLst/>
            <a:ahLst/>
            <a:cxnLst/>
            <a:rect l="l" t="t" r="r" b="b"/>
            <a:pathLst>
              <a:path w="7988631" h="2941432">
                <a:moveTo>
                  <a:pt x="0" y="0"/>
                </a:moveTo>
                <a:lnTo>
                  <a:pt x="7988631" y="0"/>
                </a:lnTo>
                <a:lnTo>
                  <a:pt x="7988631" y="2941432"/>
                </a:lnTo>
                <a:lnTo>
                  <a:pt x="0" y="2941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39" t="-51428" r="-12980" b="-769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2300" y="3416539"/>
            <a:ext cx="9218119" cy="100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91"/>
              </a:lnSpc>
            </a:pPr>
            <a:r>
              <a:rPr lang="en-US" sz="4727" spc="-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 : </a:t>
            </a:r>
            <a:r>
              <a:rPr lang="en-US" sz="4800" spc="-4" dirty="0" err="1">
                <a:solidFill>
                  <a:srgbClr val="FFFFFF"/>
                </a:solidFill>
                <a:latin typeface="Montserrat"/>
              </a:rPr>
              <a:t>VIBECoders</a:t>
            </a:r>
            <a:endParaRPr lang="en-US" sz="4727" spc="-4" dirty="0">
              <a:solidFill>
                <a:srgbClr val="FFFFFF"/>
              </a:solidFill>
              <a:latin typeface="Montserrat"/>
              <a:sym typeface="Montserra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66374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22222" y="4876800"/>
            <a:ext cx="7384837" cy="287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91"/>
              </a:lnSpc>
            </a:pPr>
            <a:r>
              <a:rPr lang="en-US" sz="4727" spc="-4" dirty="0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</a:p>
          <a:p>
            <a:pPr algn="just">
              <a:lnSpc>
                <a:spcPts val="4685"/>
              </a:lnSpc>
            </a:pPr>
            <a:r>
              <a:rPr lang="en-US" sz="2628" spc="-2" dirty="0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MEMBER1 : Daksh Hadvani</a:t>
            </a:r>
          </a:p>
          <a:p>
            <a:pPr algn="just">
              <a:lnSpc>
                <a:spcPts val="4685"/>
              </a:lnSpc>
            </a:pPr>
            <a:r>
              <a:rPr lang="en-US" sz="2628" spc="-2" dirty="0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MEMBER2 : </a:t>
            </a:r>
            <a:r>
              <a:rPr lang="en-US" sz="2628" spc="-2" dirty="0" err="1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Mudevath</a:t>
            </a:r>
            <a:r>
              <a:rPr lang="en-US" sz="2628" spc="-2" dirty="0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 Tharun Naik </a:t>
            </a:r>
          </a:p>
          <a:p>
            <a:pPr algn="just">
              <a:lnSpc>
                <a:spcPts val="5263"/>
              </a:lnSpc>
            </a:pPr>
            <a:r>
              <a:rPr lang="en-US" sz="2628" spc="-2" dirty="0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MEMBER3 : Harsh Joshi</a:t>
            </a:r>
          </a:p>
        </p:txBody>
      </p:sp>
      <p:sp>
        <p:nvSpPr>
          <p:cNvPr id="6" name="Freeform 6"/>
          <p:cNvSpPr/>
          <p:nvPr/>
        </p:nvSpPr>
        <p:spPr>
          <a:xfrm>
            <a:off x="13604690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5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270195"/>
            <a:ext cx="17621250" cy="2048811"/>
            <a:chOff x="0" y="0"/>
            <a:chExt cx="23495000" cy="2731748"/>
          </a:xfrm>
        </p:grpSpPr>
        <p:sp>
          <p:nvSpPr>
            <p:cNvPr id="3" name="TextBox 3"/>
            <p:cNvSpPr txBox="1"/>
            <p:nvPr/>
          </p:nvSpPr>
          <p:spPr>
            <a:xfrm>
              <a:off x="0" y="2164693"/>
              <a:ext cx="23495000" cy="5670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10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23495000" cy="1612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Brand Identity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875215" y="347455"/>
            <a:ext cx="1079410" cy="1175313"/>
          </a:xfrm>
          <a:custGeom>
            <a:avLst/>
            <a:gdLst/>
            <a:ahLst/>
            <a:cxnLst/>
            <a:rect l="l" t="t" r="r" b="b"/>
            <a:pathLst>
              <a:path w="1079410" h="1175313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04690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5613" y="2319006"/>
            <a:ext cx="17621250" cy="643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r>
              <a:rPr lang="en-US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28" spc="-2" dirty="0">
                <a:solidFill>
                  <a:srgbClr val="DFE5E1"/>
                </a:solidFill>
                <a:latin typeface="Montserrat"/>
              </a:rPr>
              <a:t>DESIGN RESEARCH : </a:t>
            </a:r>
            <a:r>
              <a:rPr lang="en-US" sz="2400" spc="-2" dirty="0">
                <a:solidFill>
                  <a:srgbClr val="DFE5E1"/>
                </a:solidFill>
                <a:latin typeface="Montserrat"/>
              </a:rPr>
              <a:t>Explore 21st.dev, ui.shadcn.com and ui.acternity.com for cutting-edge design inspiration and animation ideas.</a:t>
            </a: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endParaRPr lang="en-US" sz="2400" spc="-2" dirty="0">
              <a:solidFill>
                <a:srgbClr val="DFE5E1"/>
              </a:solidFill>
              <a:latin typeface="Montserrat"/>
            </a:endParaRP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r>
              <a:rPr lang="en-US" sz="2800" spc="-2" dirty="0">
                <a:solidFill>
                  <a:srgbClr val="DFE5E1"/>
                </a:solidFill>
                <a:latin typeface="Montserrat"/>
              </a:rPr>
              <a:t>VISUALIZE</a:t>
            </a:r>
            <a:r>
              <a:rPr lang="en-US" sz="2400" spc="-2" dirty="0">
                <a:solidFill>
                  <a:srgbClr val="DFE5E1"/>
                </a:solidFill>
                <a:latin typeface="Montserrat"/>
              </a:rPr>
              <a:t> : Prototype designs in Google Stitch (vibe coding) or Figma, then test on responsivedesignchecker.com &amp; </a:t>
            </a:r>
            <a:r>
              <a:rPr lang="en-US" sz="2400" spc="-2" dirty="0" err="1">
                <a:solidFill>
                  <a:srgbClr val="DFE5E1"/>
                </a:solidFill>
                <a:latin typeface="Montserrat"/>
              </a:rPr>
              <a:t>BrowserStack</a:t>
            </a:r>
            <a:r>
              <a:rPr lang="en-US" sz="2400" spc="-2" dirty="0">
                <a:solidFill>
                  <a:srgbClr val="DFE5E1"/>
                </a:solidFill>
                <a:latin typeface="Montserrat"/>
              </a:rPr>
              <a:t>.</a:t>
            </a: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endParaRPr lang="en-US" sz="2400" spc="-2" dirty="0">
              <a:solidFill>
                <a:srgbClr val="DFE5E1"/>
              </a:solidFill>
              <a:latin typeface="Montserrat"/>
            </a:endParaRP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r>
              <a:rPr lang="en-US" sz="2800" spc="-2" dirty="0">
                <a:solidFill>
                  <a:srgbClr val="DFE5E1"/>
                </a:solidFill>
                <a:latin typeface="Montserrat"/>
              </a:rPr>
              <a:t>BUILD</a:t>
            </a:r>
            <a:r>
              <a:rPr lang="en-US" sz="2400" spc="-2" dirty="0">
                <a:solidFill>
                  <a:srgbClr val="DFE5E1"/>
                </a:solidFill>
                <a:latin typeface="Montserrat"/>
              </a:rPr>
              <a:t> : Choose the right framework, then build in Antigravity — connect Stitch via MCP or import Figma design.</a:t>
            </a: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endParaRPr lang="en-US" sz="2400" spc="-2" dirty="0">
              <a:solidFill>
                <a:srgbClr val="DFE5E1"/>
              </a:solidFill>
              <a:latin typeface="Montserrat"/>
            </a:endParaRP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r>
              <a:rPr lang="en-US" sz="2400" spc="-2" dirty="0">
                <a:solidFill>
                  <a:srgbClr val="DFE5E1"/>
                </a:solidFill>
                <a:latin typeface="Montserrat"/>
              </a:rPr>
              <a:t>POLISH &amp; LAUNCH : Add custom UI components, finalize animations, test, and deploy the official </a:t>
            </a:r>
            <a:r>
              <a:rPr lang="en-US" sz="2400" spc="-2" dirty="0" err="1">
                <a:solidFill>
                  <a:srgbClr val="DFE5E1"/>
                </a:solidFill>
                <a:latin typeface="Montserrat"/>
              </a:rPr>
              <a:t>Xinity</a:t>
            </a:r>
            <a:r>
              <a:rPr lang="en-US" sz="2400" spc="-2" dirty="0">
                <a:solidFill>
                  <a:srgbClr val="DFE5E1"/>
                </a:solidFill>
                <a:latin typeface="Montserrat"/>
              </a:rPr>
              <a:t> webpage.</a:t>
            </a:r>
            <a:endParaRPr lang="en-US" sz="2628" spc="-2" dirty="0">
              <a:solidFill>
                <a:srgbClr val="DFE5E1"/>
              </a:solidFill>
              <a:latin typeface="Montserrat"/>
            </a:endParaRP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endParaRPr lang="en-US" sz="2400" spc="-2" dirty="0">
              <a:solidFill>
                <a:srgbClr val="DFE5E1"/>
              </a:solidFill>
              <a:latin typeface="Montserrat"/>
            </a:endParaRP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endParaRPr lang="en-US" sz="2628" spc="-2" dirty="0">
              <a:solidFill>
                <a:srgbClr val="DFE5E1"/>
              </a:solidFill>
              <a:latin typeface="Montserrat"/>
            </a:endParaRP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endParaRPr lang="en-US" sz="26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41661" y="531166"/>
            <a:ext cx="13604678" cy="116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Hero and Event Showcase</a:t>
            </a:r>
          </a:p>
        </p:txBody>
      </p:sp>
      <p:sp>
        <p:nvSpPr>
          <p:cNvPr id="3" name="Freeform 3"/>
          <p:cNvSpPr/>
          <p:nvPr/>
        </p:nvSpPr>
        <p:spPr>
          <a:xfrm>
            <a:off x="16875215" y="347455"/>
            <a:ext cx="1079410" cy="1175313"/>
          </a:xfrm>
          <a:custGeom>
            <a:avLst/>
            <a:gdLst/>
            <a:ahLst/>
            <a:cxnLst/>
            <a:rect l="l" t="t" r="r" b="b"/>
            <a:pathLst>
              <a:path w="1079410" h="1175313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8588" y="1917601"/>
            <a:ext cx="9372600" cy="394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HERO SELECTION 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28" spc="-2" dirty="0">
                <a:solidFill>
                  <a:srgbClr val="DFE5E1"/>
                </a:solidFill>
                <a:latin typeface="Montserrat"/>
              </a:rPr>
              <a:t>Dark obsidian "X" splits on scroll — revealing XINITY.</a:t>
            </a:r>
          </a:p>
          <a:p>
            <a:endParaRPr lang="en-US" sz="2628" spc="-2" dirty="0">
              <a:solidFill>
                <a:srgbClr val="DFE5E1"/>
              </a:solidFill>
              <a:latin typeface="Montserrat"/>
            </a:endParaRPr>
          </a:p>
          <a:p>
            <a:r>
              <a:rPr lang="en-US" sz="3200" spc="-2" dirty="0">
                <a:solidFill>
                  <a:srgbClr val="DFE5E1"/>
                </a:solidFill>
                <a:latin typeface="Canva Sans" panose="020B0604020202020204" charset="0"/>
              </a:rPr>
              <a:t>Font</a:t>
            </a:r>
            <a:r>
              <a:rPr lang="en-US" sz="2628" spc="-2" dirty="0">
                <a:solidFill>
                  <a:srgbClr val="DFE5E1"/>
                </a:solidFill>
                <a:latin typeface="Montserrat"/>
              </a:rPr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28" spc="-2" dirty="0">
                <a:solidFill>
                  <a:srgbClr val="DFE5E1"/>
                </a:solidFill>
                <a:latin typeface="Montserrat"/>
              </a:rPr>
              <a:t>SF Pro Display — cinematic letter spacing
Tagline: "Beyond the code. Into the infinite."</a:t>
            </a:r>
          </a:p>
          <a:p>
            <a:pPr>
              <a:lnSpc>
                <a:spcPts val="3780"/>
              </a:lnSpc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en-US" sz="27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3780"/>
              </a:lnSpc>
            </a:pPr>
            <a:endParaRPr lang="en-US" sz="27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3604690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B0DDF-B766-3232-7CAB-326A94A39C09}"/>
              </a:ext>
            </a:extLst>
          </p:cNvPr>
          <p:cNvSpPr txBox="1"/>
          <p:nvPr/>
        </p:nvSpPr>
        <p:spPr>
          <a:xfrm>
            <a:off x="11547520" y="2133975"/>
            <a:ext cx="5867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-2" dirty="0">
                <a:solidFill>
                  <a:srgbClr val="DFE5E1"/>
                </a:solidFill>
                <a:latin typeface="Canva Sans" panose="020B0604020202020204" charset="0"/>
              </a:rPr>
              <a:t>01</a:t>
            </a:r>
            <a:r>
              <a:rPr lang="en-IN" sz="2628" spc="-2" dirty="0">
                <a:solidFill>
                  <a:srgbClr val="DFE5E1"/>
                </a:solidFill>
                <a:latin typeface="Montserrat"/>
              </a:rPr>
              <a:t> </a:t>
            </a:r>
            <a:r>
              <a:rPr lang="en-IN" sz="4000" spc="-2" dirty="0">
                <a:solidFill>
                  <a:srgbClr val="DFE5E1"/>
                </a:solidFill>
                <a:latin typeface="Montserrat"/>
              </a:rPr>
              <a:t>.</a:t>
            </a:r>
            <a:r>
              <a:rPr lang="en-IN" sz="2628" spc="-2" dirty="0">
                <a:solidFill>
                  <a:srgbClr val="DFE5E1"/>
                </a:solidFill>
                <a:latin typeface="Montserrat"/>
              </a:rPr>
              <a:t> </a:t>
            </a:r>
            <a:r>
              <a:rPr lang="en-IN" sz="4400" spc="-2" dirty="0">
                <a:solidFill>
                  <a:srgbClr val="DFE5E1"/>
                </a:solidFill>
                <a:latin typeface="Montserrat"/>
              </a:rPr>
              <a:t>Build</a:t>
            </a:r>
            <a:r>
              <a:rPr lang="en-IN" sz="2628" spc="-2" dirty="0">
                <a:solidFill>
                  <a:srgbClr val="DFE5E1"/>
                </a:solidFill>
                <a:latin typeface="Montserrat"/>
              </a:rPr>
              <a:t> </a:t>
            </a:r>
            <a:r>
              <a:rPr lang="en-IN" sz="4400" spc="-2" dirty="0">
                <a:solidFill>
                  <a:srgbClr val="DFE5E1"/>
                </a:solidFill>
                <a:latin typeface="Montserrat"/>
              </a:rPr>
              <a:t>{ }</a:t>
            </a:r>
            <a:endParaRPr lang="en-IN" sz="5400" spc="-2" dirty="0">
              <a:solidFill>
                <a:srgbClr val="DFE5E1"/>
              </a:solidFill>
              <a:latin typeface="Montserrat"/>
            </a:endParaRPr>
          </a:p>
          <a:p>
            <a:endParaRPr lang="en-IN" sz="5400" spc="-2" dirty="0">
              <a:solidFill>
                <a:srgbClr val="DFE5E1"/>
              </a:solidFill>
              <a:latin typeface="Montserrat"/>
            </a:endParaRPr>
          </a:p>
          <a:p>
            <a:r>
              <a:rPr lang="en-IN" sz="4000" spc="-2" dirty="0">
                <a:solidFill>
                  <a:srgbClr val="DFE5E1"/>
                </a:solidFill>
                <a:latin typeface="Canva Sans" panose="020B0604020202020204" charset="0"/>
              </a:rPr>
              <a:t>02 </a:t>
            </a:r>
            <a:r>
              <a:rPr lang="en-IN" sz="4400" spc="-2" dirty="0">
                <a:solidFill>
                  <a:srgbClr val="DFE5E1"/>
                </a:solidFill>
                <a:latin typeface="Montserrat"/>
              </a:rPr>
              <a:t>.</a:t>
            </a:r>
            <a:r>
              <a:rPr lang="en-IN" sz="2628" spc="-2" dirty="0">
                <a:solidFill>
                  <a:srgbClr val="DFE5E1"/>
                </a:solidFill>
                <a:latin typeface="Montserrat"/>
              </a:rPr>
              <a:t> </a:t>
            </a:r>
            <a:r>
              <a:rPr lang="en-IN" sz="4800" spc="-2" dirty="0">
                <a:solidFill>
                  <a:srgbClr val="DFE5E1"/>
                </a:solidFill>
                <a:latin typeface="Montserrat"/>
              </a:rPr>
              <a:t>Pitch </a:t>
            </a:r>
            <a:r>
              <a:rPr lang="en-US" sz="5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</a:t>
            </a:r>
            <a:endParaRPr lang="en-US" sz="6000" b="1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6000" b="1" spc="-2" dirty="0">
              <a:solidFill>
                <a:schemeClr val="bg1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sz="4000" b="1" spc="-2" dirty="0">
                <a:solidFill>
                  <a:schemeClr val="bg1"/>
                </a:solidFill>
                <a:latin typeface="Canva Sans" panose="020B0604020202020204" charset="0"/>
                <a:cs typeface="Courier New" pitchFamily="34" charset="-120"/>
              </a:rPr>
              <a:t>03</a:t>
            </a:r>
            <a:r>
              <a:rPr lang="en-US" sz="4800" b="1" spc="-2" dirty="0">
                <a:solidFill>
                  <a:schemeClr val="bg1"/>
                </a:solidFill>
                <a:latin typeface="Courier New" pitchFamily="34" charset="0"/>
                <a:cs typeface="Courier New" pitchFamily="34" charset="-120"/>
              </a:rPr>
              <a:t>.</a:t>
            </a:r>
            <a:r>
              <a:rPr lang="en-US" sz="4000" b="1" spc="-2" dirty="0">
                <a:solidFill>
                  <a:schemeClr val="bg1"/>
                </a:solidFill>
                <a:latin typeface="Canva Sans" panose="020B0604020202020204" charset="0"/>
                <a:cs typeface="Courier New" pitchFamily="34" charset="-120"/>
              </a:rPr>
              <a:t>Reward </a:t>
            </a:r>
            <a:r>
              <a:rPr lang="en-US" sz="4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en-IN" sz="2628" spc="-2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E42BD-342C-3CAA-FA1D-757DAFF19616}"/>
              </a:ext>
            </a:extLst>
          </p:cNvPr>
          <p:cNvSpPr txBox="1"/>
          <p:nvPr/>
        </p:nvSpPr>
        <p:spPr>
          <a:xfrm>
            <a:off x="758588" y="5896817"/>
            <a:ext cx="10287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Canva Sans"/>
              </a:rPr>
              <a:t>3D INFINITE CAROUSEL 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u="sng" dirty="0">
                <a:solidFill>
                  <a:srgbClr val="FFFFFF"/>
                </a:solidFill>
                <a:latin typeface="Canva Sans"/>
              </a:rPr>
              <a:t>Cards move in 3D space – </a:t>
            </a:r>
            <a:r>
              <a:rPr lang="en-US" sz="3200" u="sng" dirty="0" err="1">
                <a:solidFill>
                  <a:srgbClr val="FFFFFF"/>
                </a:solidFill>
                <a:latin typeface="Canva Sans"/>
              </a:rPr>
              <a:t>centre</a:t>
            </a:r>
            <a:r>
              <a:rPr lang="en-US" sz="3200" u="sng" dirty="0">
                <a:solidFill>
                  <a:srgbClr val="FFFFFF"/>
                </a:solidFill>
                <a:latin typeface="Canva Sans"/>
              </a:rPr>
              <a:t> card scale up , blur lifts 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FFFFF"/>
                </a:solidFill>
                <a:latin typeface="Canva Sans"/>
              </a:rPr>
              <a:t>The Build : </a:t>
            </a:r>
            <a:r>
              <a:rPr lang="en-IN" sz="3200" u="sng" dirty="0">
                <a:solidFill>
                  <a:srgbClr val="FFFFFF"/>
                </a:solidFill>
                <a:latin typeface="Canva Sans"/>
              </a:rPr>
              <a:t>3D Code-block cluster 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FFFFF"/>
                </a:solidFill>
                <a:latin typeface="Canva Sans"/>
              </a:rPr>
              <a:t>The Pitch : </a:t>
            </a:r>
            <a:r>
              <a:rPr lang="en-IN" sz="3200" u="sng" dirty="0">
                <a:solidFill>
                  <a:srgbClr val="FFFFFF"/>
                </a:solidFill>
                <a:latin typeface="Canva Sans"/>
              </a:rPr>
              <a:t>Stage + Spotlight </a:t>
            </a:r>
            <a:r>
              <a:rPr lang="en-IN" sz="3200" u="sng" dirty="0" err="1">
                <a:solidFill>
                  <a:srgbClr val="FFFFFF"/>
                </a:solidFill>
                <a:latin typeface="Canva Sans"/>
              </a:rPr>
              <a:t>silhouetee</a:t>
            </a:r>
            <a:r>
              <a:rPr lang="en-IN" sz="3200" dirty="0">
                <a:solidFill>
                  <a:srgbClr val="FFFFFF"/>
                </a:solidFill>
                <a:latin typeface="Canva Sans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FFFFF"/>
                </a:solidFill>
                <a:latin typeface="Canva Sans"/>
              </a:rPr>
              <a:t>The Reward : </a:t>
            </a:r>
            <a:r>
              <a:rPr lang="en-IN" sz="3200" u="sng" dirty="0">
                <a:solidFill>
                  <a:srgbClr val="FFFFFF"/>
                </a:solidFill>
                <a:latin typeface="Canva Sans"/>
              </a:rPr>
              <a:t>Holographic Trophy</a:t>
            </a:r>
            <a:r>
              <a:rPr lang="en-IN" sz="3200" dirty="0">
                <a:solidFill>
                  <a:srgbClr val="FFFFFF"/>
                </a:solidFill>
                <a:latin typeface="Canva Sans"/>
              </a:rPr>
              <a:t> , Mouse - tracked</a:t>
            </a:r>
            <a:r>
              <a:rPr lang="en-IN" sz="3200" u="sng" dirty="0">
                <a:solidFill>
                  <a:srgbClr val="FFFFFF"/>
                </a:solidFill>
                <a:latin typeface="Canva Sans"/>
              </a:rPr>
              <a:t> </a:t>
            </a:r>
          </a:p>
          <a:p>
            <a:pPr lvl="1"/>
            <a:endParaRPr lang="en-US" sz="3200" u="sng" dirty="0">
              <a:solidFill>
                <a:srgbClr val="FFFFFF"/>
              </a:solidFill>
              <a:latin typeface="Canva Sans"/>
            </a:endParaRPr>
          </a:p>
          <a:p>
            <a:pPr lvl="1"/>
            <a:endParaRPr lang="en-US" sz="3200" u="sng" dirty="0">
              <a:solidFill>
                <a:srgbClr val="FFFFFF"/>
              </a:solidFill>
              <a:latin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322" y="666750"/>
            <a:ext cx="16472531" cy="1566544"/>
            <a:chOff x="0" y="0"/>
            <a:chExt cx="21963374" cy="2088726"/>
          </a:xfrm>
        </p:grpSpPr>
        <p:sp>
          <p:nvSpPr>
            <p:cNvPr id="3" name="TextBox 3"/>
            <p:cNvSpPr txBox="1"/>
            <p:nvPr/>
          </p:nvSpPr>
          <p:spPr>
            <a:xfrm>
              <a:off x="781904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Tech Stack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9601"/>
              <a:ext cx="21963374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75215" y="347455"/>
            <a:ext cx="1079410" cy="1175313"/>
          </a:xfrm>
          <a:custGeom>
            <a:avLst/>
            <a:gdLst/>
            <a:ahLst/>
            <a:cxnLst/>
            <a:rect l="l" t="t" r="r" b="b"/>
            <a:pathLst>
              <a:path w="1079410" h="1175313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04690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527EA-10DD-4E79-3151-3F9CC8B54A3D}"/>
              </a:ext>
            </a:extLst>
          </p:cNvPr>
          <p:cNvSpPr txBox="1"/>
          <p:nvPr/>
        </p:nvSpPr>
        <p:spPr>
          <a:xfrm>
            <a:off x="666750" y="1915477"/>
            <a:ext cx="16611600" cy="8371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FRONTEND : Next.js , ReactJS ,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FFFF"/>
              </a:solidFill>
              <a:latin typeface="Canva Sans" panose="020B0604020202020204" charset="0"/>
              <a:ea typeface="Gilda Display"/>
              <a:cs typeface="Gilda Display"/>
              <a:sym typeface="Gilda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3D ANIMATION : Three.js , React Three Fiber , Lottie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FFFF"/>
              </a:solidFill>
              <a:latin typeface="Canva Sans" panose="020B0604020202020204" charset="0"/>
              <a:ea typeface="Gilda Display"/>
              <a:cs typeface="Gilda Display"/>
              <a:sym typeface="Gilda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STYLING : Framer Motion , GSAP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FFFF"/>
              </a:solidFill>
              <a:latin typeface="Canva Sans" panose="020B0604020202020204" charset="0"/>
              <a:ea typeface="Gilda Display"/>
              <a:cs typeface="Gilda Display"/>
              <a:sym typeface="Gilda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TOOLS : Google Stitch , Antigravity , Figma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FFFF"/>
              </a:solidFill>
              <a:latin typeface="Canva Sans" panose="020B0604020202020204" charset="0"/>
              <a:ea typeface="Gilda Display"/>
              <a:cs typeface="Gilda Display"/>
              <a:sym typeface="Gilda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DATABASE : Firebase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FFFF"/>
              </a:solidFill>
              <a:latin typeface="Canva Sans" panose="020B0604020202020204" charset="0"/>
              <a:ea typeface="Gilda Display"/>
              <a:cs typeface="Gilda Display"/>
              <a:sym typeface="Gilda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DEPLOY : </a:t>
            </a:r>
            <a:r>
              <a:rPr lang="en-US" sz="4000" dirty="0" err="1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Vercel</a:t>
            </a: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 , GitHub Actions , CI/CD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FFFF"/>
              </a:solidFill>
              <a:latin typeface="Canva Sans" panose="020B0604020202020204" charset="0"/>
              <a:ea typeface="Gilda Display"/>
              <a:cs typeface="Gilda Display"/>
              <a:sym typeface="Gilda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Canva Sans" panose="020B0604020202020204" charset="0"/>
                <a:ea typeface="Gilda Display"/>
                <a:cs typeface="Gilda Display"/>
                <a:sym typeface="Gilda Display"/>
              </a:rPr>
              <a:t>TESTING : Browser Stack , “responsivedesignchecker.com”</a:t>
            </a:r>
            <a:endParaRPr lang="en-US" sz="1200" dirty="0">
              <a:solidFill>
                <a:srgbClr val="FFFFFF"/>
              </a:solidFill>
              <a:latin typeface="Canva Sans" panose="020B0604020202020204" charset="0"/>
              <a:ea typeface="Gilda Display"/>
              <a:cs typeface="Gilda Display"/>
              <a:sym typeface="Gilda Display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Project Impact Highlights</a:t>
            </a:r>
          </a:p>
        </p:txBody>
      </p:sp>
      <p:sp>
        <p:nvSpPr>
          <p:cNvPr id="3" name="Freeform 3"/>
          <p:cNvSpPr/>
          <p:nvPr/>
        </p:nvSpPr>
        <p:spPr>
          <a:xfrm>
            <a:off x="16875215" y="347455"/>
            <a:ext cx="1079410" cy="1175313"/>
          </a:xfrm>
          <a:custGeom>
            <a:avLst/>
            <a:gdLst/>
            <a:ahLst/>
            <a:cxnLst/>
            <a:rect l="l" t="t" r="r" b="b"/>
            <a:pathLst>
              <a:path w="1079410" h="1175313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604690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13FE75-76A8-A09F-485D-7F8AFF7DECEA}"/>
              </a:ext>
            </a:extLst>
          </p:cNvPr>
          <p:cNvSpPr txBox="1"/>
          <p:nvPr/>
        </p:nvSpPr>
        <p:spPr>
          <a:xfrm>
            <a:off x="428626" y="2628900"/>
            <a:ext cx="85344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</a:t>
            </a:r>
          </a:p>
          <a:p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BRAND IDENTITY : </a:t>
            </a:r>
          </a:p>
          <a:p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	 A cinematic </a:t>
            </a:r>
            <a:r>
              <a:rPr lang="en-IN" sz="3200" u="sng" dirty="0">
                <a:solidFill>
                  <a:schemeClr val="bg1"/>
                </a:solidFill>
                <a:latin typeface="Canva Sans" panose="020B0604020202020204" charset="0"/>
              </a:rPr>
              <a:t>X-reveal hero creates instant brand </a:t>
            </a:r>
            <a:r>
              <a:rPr lang="en-IN" sz="3200" u="sng" dirty="0" err="1">
                <a:solidFill>
                  <a:schemeClr val="bg1"/>
                </a:solidFill>
                <a:latin typeface="Canva Sans" panose="020B0604020202020204" charset="0"/>
              </a:rPr>
              <a:t>recognisition</a:t>
            </a:r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 for </a:t>
            </a:r>
            <a:r>
              <a:rPr lang="en-IN" sz="3200" dirty="0" err="1">
                <a:solidFill>
                  <a:schemeClr val="bg1"/>
                </a:solidFill>
                <a:latin typeface="Canva Sans" panose="020B0604020202020204" charset="0"/>
              </a:rPr>
              <a:t>Xinity</a:t>
            </a:r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 ,</a:t>
            </a:r>
            <a:endParaRPr lang="en-IN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07ACE-FFEF-0B0C-4CB7-90860C625A39}"/>
              </a:ext>
            </a:extLst>
          </p:cNvPr>
          <p:cNvSpPr txBox="1"/>
          <p:nvPr/>
        </p:nvSpPr>
        <p:spPr>
          <a:xfrm>
            <a:off x="9324975" y="2628900"/>
            <a:ext cx="86296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◉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USER ENGAGEMENT : </a:t>
            </a:r>
          </a:p>
          <a:p>
            <a:r>
              <a:rPr lang="en-IN" sz="1800" dirty="0">
                <a:solidFill>
                  <a:schemeClr val="bg1"/>
                </a:solidFill>
                <a:latin typeface="Canva Sans" panose="020B0604020202020204" charset="0"/>
              </a:rPr>
              <a:t>	</a:t>
            </a:r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3D Carousel &amp; specular buttons boost interaction and time on page .</a:t>
            </a:r>
            <a:endParaRPr lang="en-IN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EF410-B16B-5AC7-CEF4-7EB69ADEBDF5}"/>
              </a:ext>
            </a:extLst>
          </p:cNvPr>
          <p:cNvSpPr txBox="1"/>
          <p:nvPr/>
        </p:nvSpPr>
        <p:spPr>
          <a:xfrm>
            <a:off x="425214" y="5463916"/>
            <a:ext cx="80962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</a:t>
            </a:r>
            <a:endParaRPr lang="en-US" sz="2400" b="1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IN" sz="4000" dirty="0">
                <a:solidFill>
                  <a:schemeClr val="bg1"/>
                </a:solidFill>
                <a:latin typeface="Canva Sans" panose="020B0604020202020204" charset="0"/>
              </a:rPr>
              <a:t>USABILITY :</a:t>
            </a:r>
            <a:r>
              <a:rPr lang="en-IN" dirty="0">
                <a:solidFill>
                  <a:schemeClr val="bg1"/>
                </a:solidFill>
                <a:latin typeface="Canva Sans" panose="020B0604020202020204" charset="0"/>
              </a:rPr>
              <a:t> </a:t>
            </a:r>
          </a:p>
          <a:p>
            <a:r>
              <a:rPr lang="en-IN" dirty="0">
                <a:solidFill>
                  <a:schemeClr val="bg1"/>
                </a:solidFill>
                <a:latin typeface="Canva Sans" panose="020B0604020202020204" charset="0"/>
              </a:rPr>
              <a:t>	</a:t>
            </a:r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Responsive , tested on </a:t>
            </a:r>
            <a:r>
              <a:rPr lang="en-IN" sz="3200" dirty="0" err="1">
                <a:solidFill>
                  <a:schemeClr val="bg1"/>
                </a:solidFill>
                <a:latin typeface="Canva Sans" panose="020B0604020202020204" charset="0"/>
              </a:rPr>
              <a:t>BrowserStack</a:t>
            </a:r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 – seamless on all devices 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489079-A86E-7FB0-0F87-95CD56B12556}"/>
              </a:ext>
            </a:extLst>
          </p:cNvPr>
          <p:cNvSpPr txBox="1"/>
          <p:nvPr/>
        </p:nvSpPr>
        <p:spPr>
          <a:xfrm>
            <a:off x="9302229" y="5779787"/>
            <a:ext cx="91508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◉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b="1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IN" sz="4000" dirty="0">
                <a:solidFill>
                  <a:schemeClr val="bg1"/>
                </a:solidFill>
                <a:latin typeface="Canva Sans" panose="020B0604020202020204" charset="0"/>
              </a:rPr>
              <a:t>PARTICIPATION : </a:t>
            </a:r>
            <a:endParaRPr lang="en-IN" sz="1800" dirty="0">
              <a:solidFill>
                <a:schemeClr val="bg1"/>
              </a:solidFill>
              <a:latin typeface="Canva Sans" panose="020B0604020202020204" charset="0"/>
            </a:endParaRPr>
          </a:p>
          <a:p>
            <a:r>
              <a:rPr lang="en-IN" sz="1100" dirty="0">
                <a:solidFill>
                  <a:schemeClr val="bg1"/>
                </a:solidFill>
                <a:latin typeface="Canva Sans" panose="020B0604020202020204" charset="0"/>
              </a:rPr>
              <a:t>	</a:t>
            </a:r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Clear event information &amp; animated CTA directly increases </a:t>
            </a:r>
            <a:r>
              <a:rPr lang="en-IN" sz="3200" dirty="0" err="1">
                <a:solidFill>
                  <a:schemeClr val="bg1"/>
                </a:solidFill>
                <a:latin typeface="Canva Sans" panose="020B0604020202020204" charset="0"/>
              </a:rPr>
              <a:t>resgistrations</a:t>
            </a:r>
            <a:r>
              <a:rPr lang="en-IN" sz="3200" dirty="0">
                <a:solidFill>
                  <a:schemeClr val="bg1"/>
                </a:solidFill>
                <a:latin typeface="Canva Sans" panose="020B0604020202020204" charset="0"/>
              </a:rPr>
              <a:t> 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0524" y="547078"/>
            <a:ext cx="8756503" cy="3224164"/>
          </a:xfrm>
          <a:custGeom>
            <a:avLst/>
            <a:gdLst/>
            <a:ahLst/>
            <a:cxnLst/>
            <a:rect l="l" t="t" r="r" b="b"/>
            <a:pathLst>
              <a:path w="8756503" h="3224164">
                <a:moveTo>
                  <a:pt x="0" y="0"/>
                </a:moveTo>
                <a:lnTo>
                  <a:pt x="8756502" y="0"/>
                </a:lnTo>
                <a:lnTo>
                  <a:pt x="8756502" y="3224164"/>
                </a:lnTo>
                <a:lnTo>
                  <a:pt x="0" y="3224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39" t="-51428" r="-12980" b="-769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91790" y="3865818"/>
            <a:ext cx="12942520" cy="151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3242740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66374" y="5422838"/>
            <a:ext cx="4683310" cy="4663797"/>
          </a:xfrm>
          <a:custGeom>
            <a:avLst/>
            <a:gdLst/>
            <a:ahLst/>
            <a:cxnLst/>
            <a:rect l="l" t="t" r="r" b="b"/>
            <a:pathLst>
              <a:path w="4683310" h="4663797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770795"/>
            <a:ext cx="13718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by- </a:t>
            </a: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VIBECoders</a:t>
            </a: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341</Words>
  <Application>Microsoft Office PowerPoint</Application>
  <PresentationFormat>Custom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Gilda Display</vt:lpstr>
      <vt:lpstr>Arial</vt:lpstr>
      <vt:lpstr>Canva Sans</vt:lpstr>
      <vt:lpstr>Canva Sans Bold</vt:lpstr>
      <vt:lpstr>Courier New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ppt-temp-WEB-X-CHALLENGE</dc:title>
  <dc:creator>Daksh</dc:creator>
  <dc:description>Presentation - [Project Name]</dc:description>
  <cp:lastModifiedBy>Daksh Hadvani</cp:lastModifiedBy>
  <cp:revision>3</cp:revision>
  <dcterms:created xsi:type="dcterms:W3CDTF">2006-08-16T00:00:00Z</dcterms:created>
  <dcterms:modified xsi:type="dcterms:W3CDTF">2026-04-02T15:31:29Z</dcterms:modified>
  <dc:identifier>DAHFbjgwVhA</dc:identifier>
</cp:coreProperties>
</file>